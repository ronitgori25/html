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2"/>
  </p:notes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B7735B-753B-4916-842D-3397CB9CF7BE}">
          <p14:sldIdLst>
            <p14:sldId id="256"/>
            <p14:sldId id="262"/>
            <p14:sldId id="263"/>
            <p14:sldId id="257"/>
            <p14:sldId id="258"/>
            <p14:sldId id="259"/>
            <p14:sldId id="260"/>
            <p14:sldId id="261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4"/>
            <p14:sldId id="272"/>
            <p14:sldId id="273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72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BA6E7-42D7-4521-B626-3690AB516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F9B9A-931B-40F2-9638-8A300D49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38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F9B9A-931B-40F2-9638-8A300D4947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97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86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87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46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25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44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25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4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697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90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9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4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0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18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091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107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712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71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60B1F0B-A91E-461B-86C8-6266543EDB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AA615C5-FEF7-4C0C-90FA-3A45CEF2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3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8E1BA-8D13-DD67-733F-5F2CEB76B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1713"/>
            <a:ext cx="9144000" cy="89262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66DB9-D73E-45CC-3ECF-CDF3D4D5D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2314" y="1532006"/>
            <a:ext cx="5508172" cy="379110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PMingLiU-ExtB" panose="02020500000000000000" pitchFamily="18" charset="-120"/>
              <a:ea typeface="PMingLiU-ExtB" panose="02020500000000000000" pitchFamily="18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PMingLiU-ExtB" panose="02020500000000000000" pitchFamily="18" charset="-120"/>
              <a:ea typeface="PMingLiU-ExtB" panose="02020500000000000000" pitchFamily="18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PMingLiU-ExtB" panose="02020500000000000000" pitchFamily="18" charset="-120"/>
              <a:ea typeface="PMingLiU-ExtB" panose="02020500000000000000" pitchFamily="18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3DEDB-0C3D-E728-C309-EB1562E25C52}"/>
              </a:ext>
            </a:extLst>
          </p:cNvPr>
          <p:cNvSpPr txBox="1"/>
          <p:nvPr/>
        </p:nvSpPr>
        <p:spPr>
          <a:xfrm>
            <a:off x="2612571" y="2819400"/>
            <a:ext cx="73859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stands for Hyper Text Markup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is the standard markup language for creating Web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describes the structure of a Web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consists of a series of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elements tell the browser how to display the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elements label pieces of content such as "this is a heading", "this is a paragraph", "this is a link", etc.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83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5D19C7-47B9-6478-9D32-983C799B7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788FDC-8B9E-7A09-A915-A78B3833C8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B8D4C-5EF7-1847-C99C-19133DDA3B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6BD98-847C-35BA-3229-8D337C61B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352" y="2560319"/>
            <a:ext cx="4924088" cy="31764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60900-6A34-19BC-305C-0656D77E8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461" y="2560318"/>
            <a:ext cx="4740070" cy="224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61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27CBF6D-CBAE-F59B-CB3D-584F0C0FC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11552D-ABAD-12C1-D891-196580834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We learnt how to save an HTML.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How to run a HTM file.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What is the function of the &lt;head&gt;, &lt;title&gt;, &lt;body&gt;, &lt;b&gt;, &lt;</a:t>
            </a:r>
            <a:r>
              <a:rPr lang="en-US" dirty="0" err="1">
                <a:latin typeface="PMingLiU-ExtB" panose="02020500000000000000" pitchFamily="18" charset="-120"/>
                <a:ea typeface="PMingLiU-ExtB" panose="02020500000000000000" pitchFamily="18" charset="-120"/>
              </a:rPr>
              <a:t>br</a:t>
            </a:r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&gt;.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&lt;head&gt; for the head of the code.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&lt;title&gt; for the title of the code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&lt;body&gt;where the code is performed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PMingLiU-ExtB" panose="02020500000000000000" pitchFamily="18" charset="-120"/>
              <a:ea typeface="PMingLiU-ExtB" panose="02020500000000000000" pitchFamily="18" charset="-12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61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8E5C-E8B4-C280-DCEB-65414ED68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7486" y="365125"/>
            <a:ext cx="4256313" cy="1325563"/>
          </a:xfrm>
        </p:spPr>
        <p:txBody>
          <a:bodyPr/>
          <a:lstStyle/>
          <a:p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B64C5-172E-3015-F69D-EE7C90E63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571" y="2584119"/>
            <a:ext cx="4463143" cy="1689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Learning about Left, Right and center alignment.</a:t>
            </a:r>
          </a:p>
          <a:p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&lt;pre&gt; command for the same format.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DCB541-B4CE-5FFD-A61B-42C6318A7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29" y="663972"/>
            <a:ext cx="5588886" cy="3112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687AFD-6F63-763D-053E-5DDB695DC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86" y="4273881"/>
            <a:ext cx="10798628" cy="114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16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5066-CC51-7710-9E6C-5184CC61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197428"/>
            <a:ext cx="9601196" cy="78377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TAGS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88AA5-9EA2-FCF8-09D2-7CEE298BABE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629557" y="2200495"/>
            <a:ext cx="5466443" cy="3993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1E1979-0237-3B3E-70D3-96F8A2DD0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179" y="2200495"/>
            <a:ext cx="5318264" cy="365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35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FFB8BA-23B4-697B-D97A-89C03D1AD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62309F-1527-C205-62A7-B419BBA0F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68" y="2920999"/>
            <a:ext cx="9592732" cy="2954868"/>
          </a:xfrm>
        </p:spPr>
        <p:txBody>
          <a:bodyPr>
            <a:normAutofit/>
          </a:bodyPr>
          <a:lstStyle/>
          <a:p>
            <a:r>
              <a:rPr lang="en-US" dirty="0"/>
              <a:t>1. In code 2 we learnt about the paragraph tag &lt;p&gt; which used to display paragraph</a:t>
            </a:r>
          </a:p>
          <a:p>
            <a:r>
              <a:rPr lang="en-US" dirty="0"/>
              <a:t>content</a:t>
            </a:r>
          </a:p>
          <a:p>
            <a:r>
              <a:rPr lang="en-US" dirty="0"/>
              <a:t>2. In brief about paragraph tag, we learnt about alignment which is an attribute of the</a:t>
            </a:r>
          </a:p>
          <a:p>
            <a:r>
              <a:rPr lang="en-US" dirty="0"/>
              <a:t>paragraph tag used to align text in center, left, right or justify.</a:t>
            </a:r>
          </a:p>
          <a:p>
            <a:r>
              <a:rPr lang="en-US" dirty="0"/>
              <a:t>3. We learnt about the pre tag &lt;pre&gt; which is used to display the content as it has</a:t>
            </a:r>
          </a:p>
          <a:p>
            <a:r>
              <a:rPr lang="en-US" dirty="0"/>
              <a:t>been written in the code</a:t>
            </a:r>
          </a:p>
        </p:txBody>
      </p:sp>
    </p:spTree>
    <p:extLst>
      <p:ext uri="{BB962C8B-B14F-4D97-AF65-F5344CB8AC3E}">
        <p14:creationId xmlns:p14="http://schemas.microsoft.com/office/powerpoint/2010/main" val="2416822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29A6A5-68BF-1134-C380-5A8C05260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6CF4671-E8DC-BB7C-9A4C-A45F62316E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48" y="3074948"/>
            <a:ext cx="4718050" cy="1867167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68731C8-B944-416B-7D17-3F0BB0861A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32517" y="2560320"/>
            <a:ext cx="5350925" cy="268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38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F4D7-A3C0-B4A7-C999-8FE5D7C0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725123"/>
          </a:xfrm>
        </p:spPr>
        <p:txBody>
          <a:bodyPr>
            <a:normAutofit fontScale="90000"/>
          </a:bodyPr>
          <a:lstStyle/>
          <a:p>
            <a:r>
              <a:rPr lang="en-US" dirty="0"/>
              <a:t>Code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420F4-E22C-DCF0-2B39-E2FB4B00F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8297" y="2477728"/>
            <a:ext cx="8315460" cy="324464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1. In code 5 we learnt about how we can insert an image in our website by using &lt;</a:t>
            </a:r>
            <a:r>
              <a:rPr lang="en-US" dirty="0" err="1"/>
              <a:t>img</a:t>
            </a:r>
            <a:endParaRPr lang="en-US" dirty="0"/>
          </a:p>
          <a:p>
            <a:r>
              <a:rPr lang="en-US" dirty="0" err="1"/>
              <a:t>src</a:t>
            </a:r>
            <a:r>
              <a:rPr lang="en-US" dirty="0"/>
              <a:t>&gt; tag</a:t>
            </a:r>
          </a:p>
          <a:p>
            <a:r>
              <a:rPr lang="en-US" dirty="0"/>
              <a:t>2. This tag has attribute to set the height and width of the image &lt; height="500"</a:t>
            </a:r>
          </a:p>
          <a:p>
            <a:r>
              <a:rPr lang="en-US" dirty="0"/>
              <a:t>width="500" &gt;</a:t>
            </a:r>
          </a:p>
          <a:p>
            <a:r>
              <a:rPr lang="en-US" dirty="0"/>
              <a:t>3. We were also taught different ways to insert an image being y saving an image in the</a:t>
            </a:r>
          </a:p>
          <a:p>
            <a:r>
              <a:rPr lang="en-US" dirty="0"/>
              <a:t>designated folder as a .jpg file and calling it in the tag another way being by using the</a:t>
            </a:r>
          </a:p>
          <a:p>
            <a:r>
              <a:rPr lang="en-US" dirty="0"/>
              <a:t>path link of your stored image and pasting it in the tag and the last being using an</a:t>
            </a:r>
          </a:p>
          <a:p>
            <a:r>
              <a:rPr lang="en-US" dirty="0"/>
              <a:t>online image without downloading directly pasting its link</a:t>
            </a:r>
          </a:p>
        </p:txBody>
      </p:sp>
    </p:spTree>
    <p:extLst>
      <p:ext uri="{BB962C8B-B14F-4D97-AF65-F5344CB8AC3E}">
        <p14:creationId xmlns:p14="http://schemas.microsoft.com/office/powerpoint/2010/main" val="232671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D7F24A-6234-69CB-0DAE-DDFDADBA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B25069-5199-0AA8-3292-2454C00CCC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25286" y="2383970"/>
            <a:ext cx="5091339" cy="331012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461F518-7F90-95C0-5657-3076FC57B3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5999" y="2383970"/>
            <a:ext cx="3864429" cy="330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78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3124-3285-C7CF-01C6-90175E653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1033481"/>
          </a:xfrm>
        </p:spPr>
        <p:txBody>
          <a:bodyPr/>
          <a:lstStyle/>
          <a:p>
            <a:r>
              <a:rPr lang="en-US" dirty="0"/>
              <a:t>Code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F7096-A25C-62CF-9A24-61F978D87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68" y="2153265"/>
            <a:ext cx="9592732" cy="3722601"/>
          </a:xfrm>
        </p:spPr>
        <p:txBody>
          <a:bodyPr/>
          <a:lstStyle/>
          <a:p>
            <a:r>
              <a:rPr lang="en-US" dirty="0"/>
              <a:t>1. In this code we learnt about the heading tag &lt;h1&gt; being the biggest and &lt;h6&gt; the</a:t>
            </a:r>
          </a:p>
          <a:p>
            <a:r>
              <a:rPr lang="en-US" dirty="0"/>
              <a:t>smallest</a:t>
            </a:r>
          </a:p>
          <a:p>
            <a:r>
              <a:rPr lang="en-US" dirty="0"/>
              <a:t>2. Also did we learn about the attributes of the heading tag to change color of the text</a:t>
            </a:r>
          </a:p>
        </p:txBody>
      </p:sp>
    </p:spTree>
    <p:extLst>
      <p:ext uri="{BB962C8B-B14F-4D97-AF65-F5344CB8AC3E}">
        <p14:creationId xmlns:p14="http://schemas.microsoft.com/office/powerpoint/2010/main" val="1151347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CC4B7C-7633-AFB3-22EE-0988664F8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Hyperlinks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4DDAA-7336-640E-4B82-CC5055D387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1BA8A3-0892-0CF3-F591-E607B0B78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83" y="2255954"/>
            <a:ext cx="6382290" cy="28550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0863AC-8231-F8C2-7A51-34C7AA392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273" y="2174497"/>
            <a:ext cx="1105054" cy="619211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A477B42-EAF5-5580-474F-3DD13C97AA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A867FB-85BB-831F-6569-E56BACD7B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565" y="2804594"/>
            <a:ext cx="2791862" cy="187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98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759CD8A-538B-CB30-9F7D-2E69908A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1682410"/>
          </a:xfrm>
        </p:spPr>
        <p:txBody>
          <a:bodyPr/>
          <a:lstStyle/>
          <a:p>
            <a:r>
              <a:rPr lang="en-US" dirty="0"/>
              <a:t>Code 6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F31F79-C20E-E0B1-FD1C-0AD5D75BC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68" y="2340077"/>
            <a:ext cx="9592732" cy="3535789"/>
          </a:xfrm>
        </p:spPr>
        <p:txBody>
          <a:bodyPr>
            <a:normAutofit/>
          </a:bodyPr>
          <a:lstStyle/>
          <a:p>
            <a:r>
              <a:rPr lang="en-US" dirty="0"/>
              <a:t>1. In this code we learnt about hyper links which are used to move between different</a:t>
            </a:r>
          </a:p>
          <a:p>
            <a:r>
              <a:rPr lang="en-US" dirty="0"/>
              <a:t>pages of a website by the tag &lt;a </a:t>
            </a:r>
            <a:r>
              <a:rPr lang="en-US" dirty="0" err="1"/>
              <a:t>href</a:t>
            </a:r>
            <a:r>
              <a:rPr lang="en-US" dirty="0"/>
              <a:t>&gt;</a:t>
            </a:r>
          </a:p>
          <a:p>
            <a:r>
              <a:rPr lang="en-US" dirty="0"/>
              <a:t>2. The text written in this tag when clicked takes the user to the designated site link</a:t>
            </a:r>
          </a:p>
          <a:p>
            <a:r>
              <a:rPr lang="en-US" dirty="0"/>
              <a:t>pasted</a:t>
            </a:r>
          </a:p>
        </p:txBody>
      </p:sp>
    </p:spTree>
    <p:extLst>
      <p:ext uri="{BB962C8B-B14F-4D97-AF65-F5344CB8AC3E}">
        <p14:creationId xmlns:p14="http://schemas.microsoft.com/office/powerpoint/2010/main" val="4109630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6A89-5885-AC59-205D-A69192363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87F070-1453-C54B-23C0-BDCAA59B5A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7950" y="2741105"/>
            <a:ext cx="4718050" cy="142971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6B6F99C-8289-EBE4-4C1E-1FD7EFCDAE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457" y="2471058"/>
            <a:ext cx="3866645" cy="3399518"/>
          </a:xfrm>
        </p:spPr>
      </p:pic>
    </p:spTree>
    <p:extLst>
      <p:ext uri="{BB962C8B-B14F-4D97-AF65-F5344CB8AC3E}">
        <p14:creationId xmlns:p14="http://schemas.microsoft.com/office/powerpoint/2010/main" val="2963398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28F4-CB8F-F1A7-C226-B97F63748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7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D47C3-F473-D0D6-A9DC-7EDF6A44B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68" y="982132"/>
            <a:ext cx="9592732" cy="4893735"/>
          </a:xfrm>
        </p:spPr>
        <p:txBody>
          <a:bodyPr/>
          <a:lstStyle/>
          <a:p>
            <a:r>
              <a:rPr lang="en-US" dirty="0"/>
              <a:t>1. This code was designated to display a profile about yourself using what ever we had</a:t>
            </a:r>
          </a:p>
          <a:p>
            <a:r>
              <a:rPr lang="en-US" dirty="0"/>
              <a:t>learnt till now</a:t>
            </a:r>
          </a:p>
        </p:txBody>
      </p:sp>
    </p:spTree>
    <p:extLst>
      <p:ext uri="{BB962C8B-B14F-4D97-AF65-F5344CB8AC3E}">
        <p14:creationId xmlns:p14="http://schemas.microsoft.com/office/powerpoint/2010/main" val="91866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2BABEA-FA47-B4AF-C027-D88CDDA9E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A0B69B8-C4AA-A154-E8E0-635F96D4E3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37258" y="2474680"/>
            <a:ext cx="2949678" cy="3225311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49D7FB-9950-8182-ABF3-A35CD2DF05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835BBA-B0D7-3C41-9AF1-AE3ADC358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960" y="3503709"/>
            <a:ext cx="6206612" cy="116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71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4DE3A-F8CA-EACE-B225-D8711D04B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0CE2A-ADE6-879A-BED9-E1583E2BE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862" y="2821858"/>
            <a:ext cx="9592732" cy="2861187"/>
          </a:xfrm>
        </p:spPr>
        <p:txBody>
          <a:bodyPr>
            <a:normAutofit/>
          </a:bodyPr>
          <a:lstStyle/>
          <a:p>
            <a:r>
              <a:rPr lang="en-US" dirty="0"/>
              <a:t>1. We learnt about how to make a table using codes it starts by using &lt;table&gt; tab to</a:t>
            </a:r>
          </a:p>
          <a:p>
            <a:r>
              <a:rPr lang="en-US" dirty="0"/>
              <a:t>open a table it also has attributes to set table border cell spacing and alignment</a:t>
            </a:r>
          </a:p>
          <a:p>
            <a:r>
              <a:rPr lang="en-US" dirty="0"/>
              <a:t>2. Then we use &lt;tr&gt; tag to enable a new row &lt;td&gt; tags to write the content of the row</a:t>
            </a:r>
          </a:p>
          <a:p>
            <a:r>
              <a:rPr lang="en-US" dirty="0"/>
              <a:t>and so on.</a:t>
            </a:r>
          </a:p>
        </p:txBody>
      </p:sp>
    </p:spTree>
    <p:extLst>
      <p:ext uri="{BB962C8B-B14F-4D97-AF65-F5344CB8AC3E}">
        <p14:creationId xmlns:p14="http://schemas.microsoft.com/office/powerpoint/2010/main" val="743439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A54F-4599-0156-898E-217B893CC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1377610"/>
          </a:xfrm>
        </p:spPr>
        <p:txBody>
          <a:bodyPr/>
          <a:lstStyle/>
          <a:p>
            <a:r>
              <a:rPr lang="en-US" dirty="0"/>
              <a:t>Inputs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8A813-E86B-91B6-0822-B5A8E60BA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68" y="2359743"/>
            <a:ext cx="9592732" cy="351612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3A817-E95A-C91F-A3A6-1F10F6D6D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60" y="2359742"/>
            <a:ext cx="6535334" cy="3038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2659D6-AF55-8268-69E9-8378D79EC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973" y="4331168"/>
            <a:ext cx="6211167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64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FABC-5123-25FC-BC17-EE3B3E081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1643081"/>
          </a:xfrm>
        </p:spPr>
        <p:txBody>
          <a:bodyPr/>
          <a:lstStyle/>
          <a:p>
            <a:r>
              <a:rPr lang="en-US" dirty="0"/>
              <a:t>Code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A66D5-C1A8-F4FB-2348-EC8DAD9CC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68" y="1563329"/>
            <a:ext cx="9592732" cy="4312537"/>
          </a:xfrm>
        </p:spPr>
        <p:txBody>
          <a:bodyPr>
            <a:normAutofit/>
          </a:bodyPr>
          <a:lstStyle/>
          <a:p>
            <a:r>
              <a:rPr lang="en-US" dirty="0"/>
              <a:t>1. In this code we learnt hoe we can insert a form in a page by using &lt;form&gt; tag</a:t>
            </a:r>
          </a:p>
          <a:p>
            <a:r>
              <a:rPr lang="en-US" dirty="0"/>
              <a:t>2. The form tag uses &lt;input&gt; tag which has </a:t>
            </a:r>
            <a:r>
              <a:rPr lang="en-US" dirty="0" err="1"/>
              <a:t>css</a:t>
            </a:r>
            <a:r>
              <a:rPr lang="en-US" dirty="0"/>
              <a:t> to style the type of content being</a:t>
            </a:r>
          </a:p>
          <a:p>
            <a:r>
              <a:rPr lang="en-US" dirty="0"/>
              <a:t>entered &lt;input type="text" name="</a:t>
            </a:r>
            <a:r>
              <a:rPr lang="en-US" dirty="0" err="1"/>
              <a:t>sname</a:t>
            </a:r>
            <a:r>
              <a:rPr lang="en-US" dirty="0"/>
              <a:t>" placeholder="enter your name"&gt; type</a:t>
            </a:r>
          </a:p>
          <a:p>
            <a:r>
              <a:rPr lang="en-US" dirty="0"/>
              <a:t>defines text or numbers and place holder acts as the text displayed in the cell</a:t>
            </a:r>
          </a:p>
        </p:txBody>
      </p:sp>
    </p:spTree>
    <p:extLst>
      <p:ext uri="{BB962C8B-B14F-4D97-AF65-F5344CB8AC3E}">
        <p14:creationId xmlns:p14="http://schemas.microsoft.com/office/powerpoint/2010/main" val="4090090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67B6-6D75-085F-CF88-50D1542EB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378" y="-100022"/>
            <a:ext cx="9592732" cy="2954868"/>
          </a:xfrm>
        </p:spPr>
        <p:txBody>
          <a:bodyPr/>
          <a:lstStyle/>
          <a:p>
            <a:r>
              <a:rPr lang="en-US" dirty="0"/>
              <a:t>Personal Info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7433E-9397-40F1-3CCB-F91F383E2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B3D85-75D6-3ED2-4FE3-F632DFBBB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817601"/>
            <a:ext cx="5184827" cy="4238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9C3E6A-9F13-7285-B06E-4ECDE8183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227" y="1908063"/>
            <a:ext cx="5153866" cy="387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26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C1BA-BC24-8A8D-C8B3-B91B7E239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856500"/>
          </a:xfrm>
        </p:spPr>
        <p:txBody>
          <a:bodyPr/>
          <a:lstStyle/>
          <a:p>
            <a:r>
              <a:rPr lang="en-US" dirty="0"/>
              <a:t>Code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9F218-C95D-3D44-AC27-FE1C97319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68" y="2035277"/>
            <a:ext cx="9592732" cy="3840589"/>
          </a:xfrm>
        </p:spPr>
        <p:txBody>
          <a:bodyPr/>
          <a:lstStyle/>
          <a:p>
            <a:r>
              <a:rPr lang="en-US"/>
              <a:t>1. This code made us learn additional styling in form tag</a:t>
            </a:r>
          </a:p>
          <a:p>
            <a:r>
              <a:rPr lang="en-US"/>
              <a:t>2. We used &lt;fieldset&gt; tag which makes a box around the form</a:t>
            </a:r>
          </a:p>
          <a:p>
            <a:r>
              <a:rPr lang="en-US"/>
              <a:t>3. We used the &lt;legend&gt; tag which gave a title on the fieldset</a:t>
            </a:r>
          </a:p>
          <a:p>
            <a:r>
              <a:rPr lang="en-US"/>
              <a:t>4. We also learnt different types of input &lt;input type="radio"</a:t>
            </a:r>
          </a:p>
          <a:p>
            <a:r>
              <a:rPr lang="en-US"/>
              <a:t>name="gender"&gt;female&lt;br&gt;&lt;br&gt;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144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75</TotalTime>
  <Words>693</Words>
  <Application>Microsoft Office PowerPoint</Application>
  <PresentationFormat>Widescreen</PresentationFormat>
  <Paragraphs>74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PMingLiU-ExtB</vt:lpstr>
      <vt:lpstr>Arial</vt:lpstr>
      <vt:lpstr>Calibri</vt:lpstr>
      <vt:lpstr>Garamond</vt:lpstr>
      <vt:lpstr>Organic</vt:lpstr>
      <vt:lpstr>Introduction</vt:lpstr>
      <vt:lpstr>DAY 1</vt:lpstr>
      <vt:lpstr>Code 1</vt:lpstr>
      <vt:lpstr>Alignment</vt:lpstr>
      <vt:lpstr>TAGS</vt:lpstr>
      <vt:lpstr>Code 3</vt:lpstr>
      <vt:lpstr>Images</vt:lpstr>
      <vt:lpstr>Code 4</vt:lpstr>
      <vt:lpstr>Headings</vt:lpstr>
      <vt:lpstr>Code 5</vt:lpstr>
      <vt:lpstr>Hyperlinks</vt:lpstr>
      <vt:lpstr>Code 6</vt:lpstr>
      <vt:lpstr>Profile</vt:lpstr>
      <vt:lpstr>Code 7</vt:lpstr>
      <vt:lpstr>DAY 2</vt:lpstr>
      <vt:lpstr>Code 1</vt:lpstr>
      <vt:lpstr>Inputs</vt:lpstr>
      <vt:lpstr>Code 2</vt:lpstr>
      <vt:lpstr>Personal Info</vt:lpstr>
      <vt:lpstr>Code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Ronit Gori</dc:creator>
  <cp:lastModifiedBy>Ronit Gori</cp:lastModifiedBy>
  <cp:revision>1</cp:revision>
  <dcterms:created xsi:type="dcterms:W3CDTF">2025-11-12T03:24:56Z</dcterms:created>
  <dcterms:modified xsi:type="dcterms:W3CDTF">2025-11-12T04:40:05Z</dcterms:modified>
</cp:coreProperties>
</file>